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AE20F-9628-4A88-A4A2-FC0BADCED4C1}" v="71" dt="2026-03-20T07:28:29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shri patil" userId="e581f72f03cf86ea" providerId="LiveId" clId="{EAEF8DA1-7D41-4B4D-B6D3-6983C5857370}"/>
    <pc:docChg chg="undo custSel addSld delSld modSld">
      <pc:chgData name="jayashri patil" userId="e581f72f03cf86ea" providerId="LiveId" clId="{EAEF8DA1-7D41-4B4D-B6D3-6983C5857370}" dt="2026-03-20T07:30:50.517" v="342" actId="20577"/>
      <pc:docMkLst>
        <pc:docMk/>
      </pc:docMkLst>
      <pc:sldChg chg="modSp mod">
        <pc:chgData name="jayashri patil" userId="e581f72f03cf86ea" providerId="LiveId" clId="{EAEF8DA1-7D41-4B4D-B6D3-6983C5857370}" dt="2026-03-20T06:50:46.033" v="152"/>
        <pc:sldMkLst>
          <pc:docMk/>
          <pc:sldMk cId="0" sldId="256"/>
        </pc:sldMkLst>
        <pc:spChg chg="mod">
          <ac:chgData name="jayashri patil" userId="e581f72f03cf86ea" providerId="LiveId" clId="{EAEF8DA1-7D41-4B4D-B6D3-6983C5857370}" dt="2026-03-20T06:50:46.033" v="152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yashri patil" userId="e581f72f03cf86ea" providerId="LiveId" clId="{EAEF8DA1-7D41-4B4D-B6D3-6983C5857370}" dt="2026-03-20T06:50:46.033" v="152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jayashri patil" userId="e581f72f03cf86ea" providerId="LiveId" clId="{EAEF8DA1-7D41-4B4D-B6D3-6983C5857370}" dt="2026-03-20T06:50:46.033" v="152"/>
        <pc:sldMkLst>
          <pc:docMk/>
          <pc:sldMk cId="0" sldId="257"/>
        </pc:sldMkLst>
        <pc:spChg chg="mod">
          <ac:chgData name="jayashri patil" userId="e581f72f03cf86ea" providerId="LiveId" clId="{EAEF8DA1-7D41-4B4D-B6D3-6983C5857370}" dt="2026-03-20T06:50:46.033" v="152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yashri patil" userId="e581f72f03cf86ea" providerId="LiveId" clId="{EAEF8DA1-7D41-4B4D-B6D3-6983C5857370}" dt="2026-03-20T06:50:46.033" v="152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jayashri patil" userId="e581f72f03cf86ea" providerId="LiveId" clId="{EAEF8DA1-7D41-4B4D-B6D3-6983C5857370}" dt="2026-03-20T06:51:27.548" v="157" actId="14100"/>
        <pc:sldMkLst>
          <pc:docMk/>
          <pc:sldMk cId="0" sldId="258"/>
        </pc:sldMkLst>
        <pc:spChg chg="mod">
          <ac:chgData name="jayashri patil" userId="e581f72f03cf86ea" providerId="LiveId" clId="{EAEF8DA1-7D41-4B4D-B6D3-6983C5857370}" dt="2026-03-20T06:51:20.018" v="156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jayashri patil" userId="e581f72f03cf86ea" providerId="LiveId" clId="{EAEF8DA1-7D41-4B4D-B6D3-6983C5857370}" dt="2026-03-20T06:51:08.751" v="154" actId="14100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jayashri patil" userId="e581f72f03cf86ea" providerId="LiveId" clId="{EAEF8DA1-7D41-4B4D-B6D3-6983C5857370}" dt="2026-03-20T06:51:27.548" v="157" actId="14100"/>
          <ac:picMkLst>
            <pc:docMk/>
            <pc:sldMk cId="0" sldId="258"/>
            <ac:picMk id="5" creationId="{554DD04C-8690-5344-0B59-F4CCAFCB647E}"/>
          </ac:picMkLst>
        </pc:picChg>
      </pc:sldChg>
      <pc:sldChg chg="addSp delSp modSp mod">
        <pc:chgData name="jayashri patil" userId="e581f72f03cf86ea" providerId="LiveId" clId="{EAEF8DA1-7D41-4B4D-B6D3-6983C5857370}" dt="2026-03-20T06:59:59.978" v="182" actId="2710"/>
        <pc:sldMkLst>
          <pc:docMk/>
          <pc:sldMk cId="0" sldId="259"/>
        </pc:sldMkLst>
        <pc:spChg chg="mod">
          <ac:chgData name="jayashri patil" userId="e581f72f03cf86ea" providerId="LiveId" clId="{EAEF8DA1-7D41-4B4D-B6D3-6983C5857370}" dt="2026-03-20T06:50:46.033" v="152"/>
          <ac:spMkLst>
            <pc:docMk/>
            <pc:sldMk cId="0" sldId="259"/>
            <ac:spMk id="2" creationId="{00000000-0000-0000-0000-000000000000}"/>
          </ac:spMkLst>
        </pc:spChg>
        <pc:spChg chg="mod">
          <ac:chgData name="jayashri patil" userId="e581f72f03cf86ea" providerId="LiveId" clId="{EAEF8DA1-7D41-4B4D-B6D3-6983C5857370}" dt="2026-03-20T06:59:59.978" v="182" actId="2710"/>
          <ac:spMkLst>
            <pc:docMk/>
            <pc:sldMk cId="0" sldId="259"/>
            <ac:spMk id="3" creationId="{00000000-0000-0000-0000-000000000000}"/>
          </ac:spMkLst>
        </pc:spChg>
        <pc:picChg chg="add del mod">
          <ac:chgData name="jayashri patil" userId="e581f72f03cf86ea" providerId="LiveId" clId="{EAEF8DA1-7D41-4B4D-B6D3-6983C5857370}" dt="2026-03-20T06:54:29.668" v="179" actId="931"/>
          <ac:picMkLst>
            <pc:docMk/>
            <pc:sldMk cId="0" sldId="259"/>
            <ac:picMk id="5" creationId="{BDDDA8DD-9109-6CA3-C1BA-9745432A0C21}"/>
          </ac:picMkLst>
        </pc:picChg>
      </pc:sldChg>
      <pc:sldChg chg="addSp delSp modSp mod">
        <pc:chgData name="jayashri patil" userId="e581f72f03cf86ea" providerId="LiveId" clId="{EAEF8DA1-7D41-4B4D-B6D3-6983C5857370}" dt="2026-03-20T07:03:05.752" v="205" actId="20577"/>
        <pc:sldMkLst>
          <pc:docMk/>
          <pc:sldMk cId="0" sldId="260"/>
        </pc:sldMkLst>
        <pc:spChg chg="mod">
          <ac:chgData name="jayashri patil" userId="e581f72f03cf86ea" providerId="LiveId" clId="{EAEF8DA1-7D41-4B4D-B6D3-6983C5857370}" dt="2026-03-20T07:02:54.108" v="204" actId="404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jayashri patil" userId="e581f72f03cf86ea" providerId="LiveId" clId="{EAEF8DA1-7D41-4B4D-B6D3-6983C5857370}" dt="2026-03-20T07:03:05.752" v="205" actId="20577"/>
          <ac:spMkLst>
            <pc:docMk/>
            <pc:sldMk cId="0" sldId="260"/>
            <ac:spMk id="3" creationId="{00000000-0000-0000-0000-000000000000}"/>
          </ac:spMkLst>
        </pc:spChg>
        <pc:spChg chg="add">
          <ac:chgData name="jayashri patil" userId="e581f72f03cf86ea" providerId="LiveId" clId="{EAEF8DA1-7D41-4B4D-B6D3-6983C5857370}" dt="2026-03-20T07:01:16.889" v="183"/>
          <ac:spMkLst>
            <pc:docMk/>
            <pc:sldMk cId="0" sldId="260"/>
            <ac:spMk id="4" creationId="{F5AA7FD6-B7E8-5B1F-EA52-BA5675102281}"/>
          </ac:spMkLst>
        </pc:spChg>
        <pc:spChg chg="add mod">
          <ac:chgData name="jayashri patil" userId="e581f72f03cf86ea" providerId="LiveId" clId="{EAEF8DA1-7D41-4B4D-B6D3-6983C5857370}" dt="2026-03-20T07:01:27.383" v="186"/>
          <ac:spMkLst>
            <pc:docMk/>
            <pc:sldMk cId="0" sldId="260"/>
            <ac:spMk id="5" creationId="{1BB870A2-FC07-5E1C-B658-764A7FC220E3}"/>
          </ac:spMkLst>
        </pc:spChg>
      </pc:sldChg>
      <pc:sldChg chg="addSp delSp modSp mod">
        <pc:chgData name="jayashri patil" userId="e581f72f03cf86ea" providerId="LiveId" clId="{EAEF8DA1-7D41-4B4D-B6D3-6983C5857370}" dt="2026-03-20T07:05:06.845" v="217" actId="2710"/>
        <pc:sldMkLst>
          <pc:docMk/>
          <pc:sldMk cId="0" sldId="261"/>
        </pc:sldMkLst>
        <pc:spChg chg="mod">
          <ac:chgData name="jayashri patil" userId="e581f72f03cf86ea" providerId="LiveId" clId="{EAEF8DA1-7D41-4B4D-B6D3-6983C5857370}" dt="2026-03-20T06:50:46.033" v="152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jayashri patil" userId="e581f72f03cf86ea" providerId="LiveId" clId="{EAEF8DA1-7D41-4B4D-B6D3-6983C5857370}" dt="2026-03-20T07:05:06.845" v="217" actId="2710"/>
          <ac:spMkLst>
            <pc:docMk/>
            <pc:sldMk cId="0" sldId="261"/>
            <ac:spMk id="3" creationId="{00000000-0000-0000-0000-000000000000}"/>
          </ac:spMkLst>
        </pc:spChg>
        <pc:spChg chg="add">
          <ac:chgData name="jayashri patil" userId="e581f72f03cf86ea" providerId="LiveId" clId="{EAEF8DA1-7D41-4B4D-B6D3-6983C5857370}" dt="2026-03-20T07:04:18.517" v="206"/>
          <ac:spMkLst>
            <pc:docMk/>
            <pc:sldMk cId="0" sldId="261"/>
            <ac:spMk id="4" creationId="{2144531F-97B8-7C30-9757-51914858C347}"/>
          </ac:spMkLst>
        </pc:spChg>
        <pc:spChg chg="add mod">
          <ac:chgData name="jayashri patil" userId="e581f72f03cf86ea" providerId="LiveId" clId="{EAEF8DA1-7D41-4B4D-B6D3-6983C5857370}" dt="2026-03-20T07:04:48.784" v="215"/>
          <ac:spMkLst>
            <pc:docMk/>
            <pc:sldMk cId="0" sldId="261"/>
            <ac:spMk id="5" creationId="{99BDF8E7-28CA-9917-7DC5-9A41B8199095}"/>
          </ac:spMkLst>
        </pc:spChg>
      </pc:sldChg>
      <pc:sldChg chg="addSp delSp modSp mod">
        <pc:chgData name="jayashri patil" userId="e581f72f03cf86ea" providerId="LiveId" clId="{EAEF8DA1-7D41-4B4D-B6D3-6983C5857370}" dt="2026-03-20T07:08:59.236" v="230" actId="404"/>
        <pc:sldMkLst>
          <pc:docMk/>
          <pc:sldMk cId="0" sldId="262"/>
        </pc:sldMkLst>
        <pc:spChg chg="mod">
          <ac:chgData name="jayashri patil" userId="e581f72f03cf86ea" providerId="LiveId" clId="{EAEF8DA1-7D41-4B4D-B6D3-6983C5857370}" dt="2026-03-20T06:50:46.033" v="152"/>
          <ac:spMkLst>
            <pc:docMk/>
            <pc:sldMk cId="0" sldId="262"/>
            <ac:spMk id="2" creationId="{00000000-0000-0000-0000-000000000000}"/>
          </ac:spMkLst>
        </pc:spChg>
        <pc:spChg chg="add del mod">
          <ac:chgData name="jayashri patil" userId="e581f72f03cf86ea" providerId="LiveId" clId="{EAEF8DA1-7D41-4B4D-B6D3-6983C5857370}" dt="2026-03-20T07:08:59.236" v="230" actId="404"/>
          <ac:spMkLst>
            <pc:docMk/>
            <pc:sldMk cId="0" sldId="262"/>
            <ac:spMk id="3" creationId="{00000000-0000-0000-0000-000000000000}"/>
          </ac:spMkLst>
        </pc:spChg>
        <pc:spChg chg="add">
          <ac:chgData name="jayashri patil" userId="e581f72f03cf86ea" providerId="LiveId" clId="{EAEF8DA1-7D41-4B4D-B6D3-6983C5857370}" dt="2026-03-20T07:06:58.240" v="218"/>
          <ac:spMkLst>
            <pc:docMk/>
            <pc:sldMk cId="0" sldId="262"/>
            <ac:spMk id="4" creationId="{EB7FB826-A5A7-BA22-4E06-A3EF8C282F4A}"/>
          </ac:spMkLst>
        </pc:spChg>
        <pc:spChg chg="add mod">
          <ac:chgData name="jayashri patil" userId="e581f72f03cf86ea" providerId="LiveId" clId="{EAEF8DA1-7D41-4B4D-B6D3-6983C5857370}" dt="2026-03-20T07:07:02.357" v="221"/>
          <ac:spMkLst>
            <pc:docMk/>
            <pc:sldMk cId="0" sldId="262"/>
            <ac:spMk id="5" creationId="{492A3BC8-901A-4E47-BA34-44069314462B}"/>
          </ac:spMkLst>
        </pc:spChg>
      </pc:sldChg>
      <pc:sldChg chg="modSp mod">
        <pc:chgData name="jayashri patil" userId="e581f72f03cf86ea" providerId="LiveId" clId="{EAEF8DA1-7D41-4B4D-B6D3-6983C5857370}" dt="2026-03-20T07:14:36.471" v="252" actId="14100"/>
        <pc:sldMkLst>
          <pc:docMk/>
          <pc:sldMk cId="0" sldId="263"/>
        </pc:sldMkLst>
        <pc:spChg chg="mod">
          <ac:chgData name="jayashri patil" userId="e581f72f03cf86ea" providerId="LiveId" clId="{EAEF8DA1-7D41-4B4D-B6D3-6983C5857370}" dt="2026-03-20T07:14:28.423" v="251" actId="404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yashri patil" userId="e581f72f03cf86ea" providerId="LiveId" clId="{EAEF8DA1-7D41-4B4D-B6D3-6983C5857370}" dt="2026-03-20T07:14:36.471" v="252" actId="14100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jayashri patil" userId="e581f72f03cf86ea" providerId="LiveId" clId="{EAEF8DA1-7D41-4B4D-B6D3-6983C5857370}" dt="2026-03-20T07:11:53.924" v="238" actId="2710"/>
        <pc:sldMkLst>
          <pc:docMk/>
          <pc:sldMk cId="0" sldId="264"/>
        </pc:sldMkLst>
        <pc:spChg chg="mod">
          <ac:chgData name="jayashri patil" userId="e581f72f03cf86ea" providerId="LiveId" clId="{EAEF8DA1-7D41-4B4D-B6D3-6983C5857370}" dt="2026-03-20T06:50:46.033" v="152"/>
          <ac:spMkLst>
            <pc:docMk/>
            <pc:sldMk cId="0" sldId="264"/>
            <ac:spMk id="2" creationId="{00000000-0000-0000-0000-000000000000}"/>
          </ac:spMkLst>
        </pc:spChg>
        <pc:spChg chg="mod">
          <ac:chgData name="jayashri patil" userId="e581f72f03cf86ea" providerId="LiveId" clId="{EAEF8DA1-7D41-4B4D-B6D3-6983C5857370}" dt="2026-03-20T07:11:53.924" v="238" actId="2710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jayashri patil" userId="e581f72f03cf86ea" providerId="LiveId" clId="{EAEF8DA1-7D41-4B4D-B6D3-6983C5857370}" dt="2026-03-20T07:17:17.377" v="258" actId="403"/>
        <pc:sldMkLst>
          <pc:docMk/>
          <pc:sldMk cId="0" sldId="265"/>
        </pc:sldMkLst>
        <pc:spChg chg="mod">
          <ac:chgData name="jayashri patil" userId="e581f72f03cf86ea" providerId="LiveId" clId="{EAEF8DA1-7D41-4B4D-B6D3-6983C5857370}" dt="2026-03-20T07:17:17.377" v="258" actId="403"/>
          <ac:spMkLst>
            <pc:docMk/>
            <pc:sldMk cId="0" sldId="265"/>
            <ac:spMk id="2" creationId="{00000000-0000-0000-0000-000000000000}"/>
          </ac:spMkLst>
        </pc:spChg>
        <pc:spChg chg="mod">
          <ac:chgData name="jayashri patil" userId="e581f72f03cf86ea" providerId="LiveId" clId="{EAEF8DA1-7D41-4B4D-B6D3-6983C5857370}" dt="2026-03-20T07:17:02.261" v="256" actId="15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mod">
        <pc:chgData name="jayashri patil" userId="e581f72f03cf86ea" providerId="LiveId" clId="{EAEF8DA1-7D41-4B4D-B6D3-6983C5857370}" dt="2026-03-20T07:19:28.845" v="291" actId="20577"/>
        <pc:sldMkLst>
          <pc:docMk/>
          <pc:sldMk cId="0" sldId="266"/>
        </pc:sldMkLst>
        <pc:spChg chg="mod">
          <ac:chgData name="jayashri patil" userId="e581f72f03cf86ea" providerId="LiveId" clId="{EAEF8DA1-7D41-4B4D-B6D3-6983C5857370}" dt="2026-03-20T06:50:46.033" v="152"/>
          <ac:spMkLst>
            <pc:docMk/>
            <pc:sldMk cId="0" sldId="266"/>
            <ac:spMk id="2" creationId="{00000000-0000-0000-0000-000000000000}"/>
          </ac:spMkLst>
        </pc:spChg>
        <pc:spChg chg="add del mod">
          <ac:chgData name="jayashri patil" userId="e581f72f03cf86ea" providerId="LiveId" clId="{EAEF8DA1-7D41-4B4D-B6D3-6983C5857370}" dt="2026-03-20T07:19:28.845" v="291" actId="20577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jayashri patil" userId="e581f72f03cf86ea" providerId="LiveId" clId="{EAEF8DA1-7D41-4B4D-B6D3-6983C5857370}" dt="2026-03-20T07:09:45.880" v="233"/>
          <ac:spMkLst>
            <pc:docMk/>
            <pc:sldMk cId="0" sldId="266"/>
            <ac:spMk id="4" creationId="{5E8F6735-9B5A-0F01-B038-3ABED3A5DEB5}"/>
          </ac:spMkLst>
        </pc:spChg>
        <pc:spChg chg="add mod">
          <ac:chgData name="jayashri patil" userId="e581f72f03cf86ea" providerId="LiveId" clId="{EAEF8DA1-7D41-4B4D-B6D3-6983C5857370}" dt="2026-03-20T07:18:40.019" v="261"/>
          <ac:spMkLst>
            <pc:docMk/>
            <pc:sldMk cId="0" sldId="266"/>
            <ac:spMk id="5" creationId="{DC2B7B2D-6079-2A58-2D60-B8860EEAC30B}"/>
          </ac:spMkLst>
        </pc:spChg>
        <pc:spChg chg="add mod">
          <ac:chgData name="jayashri patil" userId="e581f72f03cf86ea" providerId="LiveId" clId="{EAEF8DA1-7D41-4B4D-B6D3-6983C5857370}" dt="2026-03-20T07:18:41.955" v="263"/>
          <ac:spMkLst>
            <pc:docMk/>
            <pc:sldMk cId="0" sldId="266"/>
            <ac:spMk id="6" creationId="{24267605-28E5-1131-3FAF-3E395C813175}"/>
          </ac:spMkLst>
        </pc:spChg>
      </pc:sldChg>
      <pc:sldChg chg="modSp mod">
        <pc:chgData name="jayashri patil" userId="e581f72f03cf86ea" providerId="LiveId" clId="{EAEF8DA1-7D41-4B4D-B6D3-6983C5857370}" dt="2026-03-20T07:19:54.950" v="293" actId="2710"/>
        <pc:sldMkLst>
          <pc:docMk/>
          <pc:sldMk cId="0" sldId="267"/>
        </pc:sldMkLst>
        <pc:spChg chg="mod">
          <ac:chgData name="jayashri patil" userId="e581f72f03cf86ea" providerId="LiveId" clId="{EAEF8DA1-7D41-4B4D-B6D3-6983C5857370}" dt="2026-03-20T06:50:46.033" v="152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yashri patil" userId="e581f72f03cf86ea" providerId="LiveId" clId="{EAEF8DA1-7D41-4B4D-B6D3-6983C5857370}" dt="2026-03-20T07:19:54.950" v="293" actId="2710"/>
          <ac:spMkLst>
            <pc:docMk/>
            <pc:sldMk cId="0" sldId="267"/>
            <ac:spMk id="3" creationId="{00000000-0000-0000-0000-000000000000}"/>
          </ac:spMkLst>
        </pc:spChg>
      </pc:sldChg>
      <pc:sldChg chg="del">
        <pc:chgData name="jayashri patil" userId="e581f72f03cf86ea" providerId="LiveId" clId="{EAEF8DA1-7D41-4B4D-B6D3-6983C5857370}" dt="2026-03-20T06:31:37.424" v="74" actId="2696"/>
        <pc:sldMkLst>
          <pc:docMk/>
          <pc:sldMk cId="0" sldId="268"/>
        </pc:sldMkLst>
      </pc:sldChg>
      <pc:sldChg chg="modSp mod">
        <pc:chgData name="jayashri patil" userId="e581f72f03cf86ea" providerId="LiveId" clId="{EAEF8DA1-7D41-4B4D-B6D3-6983C5857370}" dt="2026-03-20T07:30:50.517" v="342" actId="20577"/>
        <pc:sldMkLst>
          <pc:docMk/>
          <pc:sldMk cId="0" sldId="269"/>
        </pc:sldMkLst>
        <pc:spChg chg="mod">
          <ac:chgData name="jayashri patil" userId="e581f72f03cf86ea" providerId="LiveId" clId="{EAEF8DA1-7D41-4B4D-B6D3-6983C5857370}" dt="2026-03-20T06:50:46.033" v="152"/>
          <ac:spMkLst>
            <pc:docMk/>
            <pc:sldMk cId="0" sldId="269"/>
            <ac:spMk id="2" creationId="{00000000-0000-0000-0000-000000000000}"/>
          </ac:spMkLst>
        </pc:spChg>
        <pc:spChg chg="mod">
          <ac:chgData name="jayashri patil" userId="e581f72f03cf86ea" providerId="LiveId" clId="{EAEF8DA1-7D41-4B4D-B6D3-6983C5857370}" dt="2026-03-20T07:30:50.517" v="342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jayashri patil" userId="e581f72f03cf86ea" providerId="LiveId" clId="{EAEF8DA1-7D41-4B4D-B6D3-6983C5857370}" dt="2026-03-20T07:25:30.377" v="311" actId="2710"/>
        <pc:sldMkLst>
          <pc:docMk/>
          <pc:sldMk cId="0" sldId="270"/>
        </pc:sldMkLst>
        <pc:spChg chg="mod">
          <ac:chgData name="jayashri patil" userId="e581f72f03cf86ea" providerId="LiveId" clId="{EAEF8DA1-7D41-4B4D-B6D3-6983C5857370}" dt="2026-03-20T06:50:46.033" v="152"/>
          <ac:spMkLst>
            <pc:docMk/>
            <pc:sldMk cId="0" sldId="270"/>
            <ac:spMk id="2" creationId="{00000000-0000-0000-0000-000000000000}"/>
          </ac:spMkLst>
        </pc:spChg>
        <pc:spChg chg="mod">
          <ac:chgData name="jayashri patil" userId="e581f72f03cf86ea" providerId="LiveId" clId="{EAEF8DA1-7D41-4B4D-B6D3-6983C5857370}" dt="2026-03-20T07:25:30.377" v="311" actId="2710"/>
          <ac:spMkLst>
            <pc:docMk/>
            <pc:sldMk cId="0" sldId="270"/>
            <ac:spMk id="3" creationId="{00000000-0000-0000-0000-000000000000}"/>
          </ac:spMkLst>
        </pc:spChg>
      </pc:sldChg>
      <pc:sldChg chg="new del">
        <pc:chgData name="jayashri patil" userId="e581f72f03cf86ea" providerId="LiveId" clId="{EAEF8DA1-7D41-4B4D-B6D3-6983C5857370}" dt="2026-03-20T06:52:16.923" v="158" actId="47"/>
        <pc:sldMkLst>
          <pc:docMk/>
          <pc:sldMk cId="3280380616" sldId="271"/>
        </pc:sldMkLst>
      </pc:sldChg>
      <pc:sldChg chg="modSp new mod">
        <pc:chgData name="jayashri patil" userId="e581f72f03cf86ea" providerId="LiveId" clId="{EAEF8DA1-7D41-4B4D-B6D3-6983C5857370}" dt="2026-03-20T06:53:26.595" v="176" actId="1076"/>
        <pc:sldMkLst>
          <pc:docMk/>
          <pc:sldMk cId="4022869072" sldId="271"/>
        </pc:sldMkLst>
        <pc:spChg chg="mod">
          <ac:chgData name="jayashri patil" userId="e581f72f03cf86ea" providerId="LiveId" clId="{EAEF8DA1-7D41-4B4D-B6D3-6983C5857370}" dt="2026-03-20T06:53:26.595" v="176" actId="1076"/>
          <ac:spMkLst>
            <pc:docMk/>
            <pc:sldMk cId="4022869072" sldId="271"/>
            <ac:spMk id="2" creationId="{DF9BBA1A-CB30-DA95-ECE8-703113FFE53A}"/>
          </ac:spMkLst>
        </pc:spChg>
      </pc:sldChg>
      <pc:sldChg chg="addSp delSp modSp new del mod">
        <pc:chgData name="jayashri patil" userId="e581f72f03cf86ea" providerId="LiveId" clId="{EAEF8DA1-7D41-4B4D-B6D3-6983C5857370}" dt="2026-03-20T07:28:45.016" v="324" actId="47"/>
        <pc:sldMkLst>
          <pc:docMk/>
          <pc:sldMk cId="3329743596" sldId="272"/>
        </pc:sldMkLst>
        <pc:spChg chg="add del mod">
          <ac:chgData name="jayashri patil" userId="e581f72f03cf86ea" providerId="LiveId" clId="{EAEF8DA1-7D41-4B4D-B6D3-6983C5857370}" dt="2026-03-20T07:21:16.110" v="299"/>
          <ac:spMkLst>
            <pc:docMk/>
            <pc:sldMk cId="3329743596" sldId="272"/>
            <ac:spMk id="2" creationId="{2CAECC87-DE2A-EA83-9947-CB2E3D0E9C52}"/>
          </ac:spMkLst>
        </pc:spChg>
        <pc:spChg chg="add del mod">
          <ac:chgData name="jayashri patil" userId="e581f72f03cf86ea" providerId="LiveId" clId="{EAEF8DA1-7D41-4B4D-B6D3-6983C5857370}" dt="2026-03-20T07:22:09.971" v="306" actId="2710"/>
          <ac:spMkLst>
            <pc:docMk/>
            <pc:sldMk cId="3329743596" sldId="272"/>
            <ac:spMk id="3" creationId="{B67B2B9A-1342-4B22-BB9F-5C1564CA6BAF}"/>
          </ac:spMkLst>
        </pc:spChg>
        <pc:spChg chg="add mod">
          <ac:chgData name="jayashri patil" userId="e581f72f03cf86ea" providerId="LiveId" clId="{EAEF8DA1-7D41-4B4D-B6D3-6983C5857370}" dt="2026-03-20T07:21:05.487" v="296"/>
          <ac:spMkLst>
            <pc:docMk/>
            <pc:sldMk cId="3329743596" sldId="272"/>
            <ac:spMk id="4" creationId="{3738692A-7304-7A8E-6FDB-25A52BF2B3B0}"/>
          </ac:spMkLst>
        </pc:spChg>
        <pc:spChg chg="add mod">
          <ac:chgData name="jayashri patil" userId="e581f72f03cf86ea" providerId="LiveId" clId="{EAEF8DA1-7D41-4B4D-B6D3-6983C5857370}" dt="2026-03-20T07:21:07.303" v="298"/>
          <ac:spMkLst>
            <pc:docMk/>
            <pc:sldMk cId="3329743596" sldId="272"/>
            <ac:spMk id="5" creationId="{C60309BF-1318-FD26-F291-B84FA1B6F58F}"/>
          </ac:spMkLst>
        </pc:spChg>
        <pc:spChg chg="add mod">
          <ac:chgData name="jayashri patil" userId="e581f72f03cf86ea" providerId="LiveId" clId="{EAEF8DA1-7D41-4B4D-B6D3-6983C5857370}" dt="2026-03-20T07:21:42.904" v="302"/>
          <ac:spMkLst>
            <pc:docMk/>
            <pc:sldMk cId="3329743596" sldId="272"/>
            <ac:spMk id="6" creationId="{D968165B-8878-E485-3B92-DD2CCC0A83B2}"/>
          </ac:spMkLst>
        </pc:spChg>
        <pc:spChg chg="add mod">
          <ac:chgData name="jayashri patil" userId="e581f72f03cf86ea" providerId="LiveId" clId="{EAEF8DA1-7D41-4B4D-B6D3-6983C5857370}" dt="2026-03-20T07:21:57.696" v="304"/>
          <ac:spMkLst>
            <pc:docMk/>
            <pc:sldMk cId="3329743596" sldId="272"/>
            <ac:spMk id="7" creationId="{DCF5145D-AF8B-EBC4-CD74-C0DB936504E8}"/>
          </ac:spMkLst>
        </pc:spChg>
      </pc:sldChg>
      <pc:sldChg chg="new del">
        <pc:chgData name="jayashri patil" userId="e581f72f03cf86ea" providerId="LiveId" clId="{EAEF8DA1-7D41-4B4D-B6D3-6983C5857370}" dt="2026-03-20T07:27:15.779" v="313" actId="47"/>
        <pc:sldMkLst>
          <pc:docMk/>
          <pc:sldMk cId="2155584252" sldId="273"/>
        </pc:sldMkLst>
      </pc:sldChg>
      <pc:sldChg chg="addSp delSp modSp add mod">
        <pc:chgData name="jayashri patil" userId="e581f72f03cf86ea" providerId="LiveId" clId="{EAEF8DA1-7D41-4B4D-B6D3-6983C5857370}" dt="2026-03-20T07:28:33.518" v="323" actId="20577"/>
        <pc:sldMkLst>
          <pc:docMk/>
          <pc:sldMk cId="3675024729" sldId="273"/>
        </pc:sldMkLst>
        <pc:spChg chg="del">
          <ac:chgData name="jayashri patil" userId="e581f72f03cf86ea" providerId="LiveId" clId="{EAEF8DA1-7D41-4B4D-B6D3-6983C5857370}" dt="2026-03-20T07:27:53.783" v="317" actId="478"/>
          <ac:spMkLst>
            <pc:docMk/>
            <pc:sldMk cId="3675024729" sldId="273"/>
            <ac:spMk id="2" creationId="{0A00F183-A833-C6AA-F9AB-8F885AF98B0B}"/>
          </ac:spMkLst>
        </pc:spChg>
        <pc:spChg chg="del">
          <ac:chgData name="jayashri patil" userId="e581f72f03cf86ea" providerId="LiveId" clId="{EAEF8DA1-7D41-4B4D-B6D3-6983C5857370}" dt="2026-03-20T07:27:53.783" v="317" actId="478"/>
          <ac:spMkLst>
            <pc:docMk/>
            <pc:sldMk cId="3675024729" sldId="273"/>
            <ac:spMk id="3" creationId="{42D315CE-A7A8-2D5B-BB30-1BD4A4F84092}"/>
          </ac:spMkLst>
        </pc:spChg>
        <pc:spChg chg="add mod">
          <ac:chgData name="jayashri patil" userId="e581f72f03cf86ea" providerId="LiveId" clId="{EAEF8DA1-7D41-4B4D-B6D3-6983C5857370}" dt="2026-03-20T07:27:51.736" v="316"/>
          <ac:spMkLst>
            <pc:docMk/>
            <pc:sldMk cId="3675024729" sldId="273"/>
            <ac:spMk id="4" creationId="{31BE0BE9-4BB9-85A6-8656-69795711C22E}"/>
          </ac:spMkLst>
        </pc:spChg>
        <pc:spChg chg="add mod">
          <ac:chgData name="jayashri patil" userId="e581f72f03cf86ea" providerId="LiveId" clId="{EAEF8DA1-7D41-4B4D-B6D3-6983C5857370}" dt="2026-03-20T07:27:51.736" v="316"/>
          <ac:spMkLst>
            <pc:docMk/>
            <pc:sldMk cId="3675024729" sldId="273"/>
            <ac:spMk id="5" creationId="{F811D535-DD0F-5466-79F6-65AEA880FDBC}"/>
          </ac:spMkLst>
        </pc:spChg>
        <pc:spChg chg="add mod">
          <ac:chgData name="jayashri patil" userId="e581f72f03cf86ea" providerId="LiveId" clId="{EAEF8DA1-7D41-4B4D-B6D3-6983C5857370}" dt="2026-03-20T07:28:23.228" v="320"/>
          <ac:spMkLst>
            <pc:docMk/>
            <pc:sldMk cId="3675024729" sldId="273"/>
            <ac:spMk id="7" creationId="{82AE45B1-5405-DEFC-8692-223BEAE05A3E}"/>
          </ac:spMkLst>
        </pc:spChg>
        <pc:spChg chg="add mod">
          <ac:chgData name="jayashri patil" userId="e581f72f03cf86ea" providerId="LiveId" clId="{EAEF8DA1-7D41-4B4D-B6D3-6983C5857370}" dt="2026-03-20T07:28:33.518" v="323" actId="20577"/>
          <ac:spMkLst>
            <pc:docMk/>
            <pc:sldMk cId="3675024729" sldId="273"/>
            <ac:spMk id="9" creationId="{3CBDA2A1-0B9D-CDCA-248A-412DF35E6A2C}"/>
          </ac:spMkLst>
        </pc:spChg>
        <pc:spChg chg="add mod">
          <ac:chgData name="jayashri patil" userId="e581f72f03cf86ea" providerId="LiveId" clId="{EAEF8DA1-7D41-4B4D-B6D3-6983C5857370}" dt="2026-03-20T07:28:14.878" v="319"/>
          <ac:spMkLst>
            <pc:docMk/>
            <pc:sldMk cId="3675024729" sldId="273"/>
            <ac:spMk id="10" creationId="{B46C376E-FC06-24E5-ECFB-DBEA2BD2F7CB}"/>
          </ac:spMkLst>
        </pc:spChg>
        <pc:spChg chg="add mod">
          <ac:chgData name="jayashri patil" userId="e581f72f03cf86ea" providerId="LiveId" clId="{EAEF8DA1-7D41-4B4D-B6D3-6983C5857370}" dt="2026-03-20T07:28:14.878" v="319"/>
          <ac:spMkLst>
            <pc:docMk/>
            <pc:sldMk cId="3675024729" sldId="273"/>
            <ac:spMk id="11" creationId="{685FE661-2B40-2BB9-7F9E-0AF3D67742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8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8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6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35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45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6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0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7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7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35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1982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26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272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385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32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85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65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63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/>
              <a:t>End-to-End Data Engineering Pipeline (AWS)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Batch Ingestion, Transformation &amp; Aggregation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/>
              <a:t>Ingest multiple datasets</a:t>
            </a:r>
          </a:p>
          <a:p>
            <a:r>
              <a:rPr sz="2000"/>
              <a:t>Clean &amp; transform data</a:t>
            </a:r>
          </a:p>
          <a:p>
            <a:r>
              <a:rPr sz="2000"/>
              <a:t>Enable analytics-ready datasets</a:t>
            </a:r>
          </a:p>
          <a:p>
            <a:r>
              <a:rPr sz="2000"/>
              <a:t>Design scalable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1317286"/>
          </a:xfrm>
        </p:spPr>
        <p:txBody>
          <a:bodyPr>
            <a:normAutofit/>
          </a:bodyPr>
          <a:lstStyle/>
          <a:p>
            <a:r>
              <a:rPr sz="3200" dirty="0"/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071992"/>
            <a:ext cx="7773339" cy="3719210"/>
          </a:xfrm>
        </p:spPr>
        <p:txBody>
          <a:bodyPr>
            <a:normAutofit/>
          </a:bodyPr>
          <a:lstStyle/>
          <a:p>
            <a:r>
              <a:rPr sz="2000" dirty="0"/>
              <a:t>Local → S3 Raw → Glue Crawler → Glue Catalog → Glue ETL → Staging → Curated → Athena</a:t>
            </a:r>
            <a:endParaRPr lang="en-IN" sz="2000" dirty="0"/>
          </a:p>
          <a:p>
            <a:endParaRPr lang="en-IN" sz="2000" dirty="0"/>
          </a:p>
          <a:p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DD04C-8690-5344-0B59-F4CCAFCB6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32" y="3103123"/>
            <a:ext cx="7942634" cy="31363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/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Content:</a:t>
            </a:r>
          </a:p>
          <a:p>
            <a:pPr>
              <a:lnSpc>
                <a:spcPct val="100000"/>
              </a:lnSpc>
            </a:pPr>
            <a:r>
              <a:rPr lang="en-IN" b="1" dirty="0"/>
              <a:t>Storage:</a:t>
            </a:r>
            <a:r>
              <a:rPr lang="en-IN" dirty="0"/>
              <a:t> Amazon S3</a:t>
            </a:r>
          </a:p>
          <a:p>
            <a:pPr>
              <a:lnSpc>
                <a:spcPct val="100000"/>
              </a:lnSpc>
            </a:pPr>
            <a:r>
              <a:rPr lang="en-IN" b="1" dirty="0"/>
              <a:t>Processing:</a:t>
            </a:r>
            <a:r>
              <a:rPr lang="en-IN" dirty="0"/>
              <a:t> AWS Glue (</a:t>
            </a:r>
            <a:r>
              <a:rPr lang="en-IN" dirty="0" err="1"/>
              <a:t>PySpark</a:t>
            </a:r>
            <a:r>
              <a:rPr lang="en-IN" dirty="0"/>
              <a:t>)</a:t>
            </a:r>
          </a:p>
          <a:p>
            <a:pPr>
              <a:lnSpc>
                <a:spcPct val="100000"/>
              </a:lnSpc>
            </a:pPr>
            <a:r>
              <a:rPr lang="en-IN" b="1" dirty="0" err="1"/>
              <a:t>Catalog</a:t>
            </a:r>
            <a:r>
              <a:rPr lang="en-IN" b="1" dirty="0"/>
              <a:t>:</a:t>
            </a:r>
            <a:r>
              <a:rPr lang="en-IN" dirty="0"/>
              <a:t> Glue Data </a:t>
            </a:r>
            <a:r>
              <a:rPr lang="en-IN" dirty="0" err="1"/>
              <a:t>Catalog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b="1" dirty="0"/>
              <a:t>Query:</a:t>
            </a:r>
            <a:r>
              <a:rPr lang="en-IN" dirty="0"/>
              <a:t> Athena</a:t>
            </a:r>
          </a:p>
          <a:p>
            <a:pPr>
              <a:lnSpc>
                <a:spcPct val="100000"/>
              </a:lnSpc>
            </a:pPr>
            <a:r>
              <a:rPr lang="en-IN" b="1" dirty="0"/>
              <a:t>Language:</a:t>
            </a:r>
            <a:r>
              <a:rPr lang="en-IN" dirty="0"/>
              <a:t> Python, 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/>
              <a:t>Ingestion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800" dirty="0"/>
              <a:t>Python script uploads CSV files to S3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Dynamic dataset handling (customer)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File naming with timestamp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Partitioning: year/month/day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Local file archiving after upload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Raw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Stores original data (immutable)</a:t>
            </a:r>
          </a:p>
          <a:p>
            <a:pPr>
              <a:lnSpc>
                <a:spcPct val="100000"/>
              </a:lnSpc>
            </a:pPr>
            <a:r>
              <a:rPr lang="en-IN" dirty="0"/>
              <a:t>Organized by dataset</a:t>
            </a:r>
          </a:p>
          <a:p>
            <a:pPr>
              <a:lnSpc>
                <a:spcPct val="100000"/>
              </a:lnSpc>
            </a:pPr>
            <a:r>
              <a:rPr lang="en-IN" dirty="0"/>
              <a:t>Partitioned by ingestion date</a:t>
            </a:r>
          </a:p>
          <a:p>
            <a:pPr>
              <a:lnSpc>
                <a:spcPct val="100000"/>
              </a:lnSpc>
            </a:pPr>
            <a:r>
              <a:rPr lang="en-IN" dirty="0"/>
              <a:t>No transformation applied</a:t>
            </a: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/>
              <a:t>Glue Crawler &amp;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800" dirty="0"/>
              <a:t>Glue crawler scans S3 raw layer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Automatically infers schema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Creates tables in Glue Data </a:t>
            </a:r>
            <a:r>
              <a:rPr lang="en-IN" sz="1800" dirty="0" err="1"/>
              <a:t>Catalog</a:t>
            </a:r>
            <a:endParaRPr lang="en-IN" sz="1800" dirty="0"/>
          </a:p>
          <a:p>
            <a:pPr>
              <a:lnSpc>
                <a:spcPct val="100000"/>
              </a:lnSpc>
            </a:pPr>
            <a:r>
              <a:rPr lang="en-IN" sz="1800" dirty="0"/>
              <a:t>Supports partition detection</a:t>
            </a:r>
            <a:endParaRPr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Transformation (Staging)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214696"/>
            <a:ext cx="7773339" cy="357650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800" dirty="0"/>
              <a:t>Remove null values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Remove duplicates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Convert CSV → Parquet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Partitioning applied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Select latest partition only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Extract date from partition columns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Identify max date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Filter latest data</a:t>
            </a:r>
            <a:endParaRPr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Why Parquet</a:t>
            </a:r>
            <a:r>
              <a:rPr lang="en-IN" sz="3200" dirty="0"/>
              <a:t>?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Columnar format</a:t>
            </a:r>
          </a:p>
          <a:p>
            <a:pPr>
              <a:lnSpc>
                <a:spcPct val="100000"/>
              </a:lnSpc>
            </a:pPr>
            <a:r>
              <a:rPr lang="en-IN" dirty="0"/>
              <a:t>Faster queries</a:t>
            </a:r>
          </a:p>
          <a:p>
            <a:pPr>
              <a:lnSpc>
                <a:spcPct val="100000"/>
              </a:lnSpc>
            </a:pPr>
            <a:r>
              <a:rPr lang="en-IN" dirty="0"/>
              <a:t>Compression reduces cost</a:t>
            </a:r>
          </a:p>
          <a:p>
            <a:pPr>
              <a:lnSpc>
                <a:spcPct val="100000"/>
              </a:lnSpc>
            </a:pPr>
            <a:r>
              <a:rPr lang="en-IN" dirty="0"/>
              <a:t>Optimized for analytics</a:t>
            </a:r>
            <a:endParaRPr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Curated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Example aggregations:</a:t>
            </a:r>
          </a:p>
          <a:p>
            <a:pPr lvl="1"/>
            <a:r>
              <a:rPr lang="en-IN" dirty="0"/>
              <a:t>Customer count by city</a:t>
            </a:r>
          </a:p>
          <a:p>
            <a:pPr lvl="1"/>
            <a:r>
              <a:rPr lang="en-IN" dirty="0"/>
              <a:t>Daily target count</a:t>
            </a:r>
          </a:p>
          <a:p>
            <a:pPr lvl="1"/>
            <a:r>
              <a:rPr lang="en-IN" dirty="0"/>
              <a:t>Unique customers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Partition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Partition by: year/month/day</a:t>
            </a:r>
          </a:p>
          <a:p>
            <a:pPr>
              <a:lnSpc>
                <a:spcPct val="100000"/>
              </a:lnSpc>
            </a:pPr>
            <a:r>
              <a:rPr lang="en-IN" dirty="0"/>
              <a:t>Improves query performance</a:t>
            </a:r>
          </a:p>
          <a:p>
            <a:pPr>
              <a:lnSpc>
                <a:spcPct val="100000"/>
              </a:lnSpc>
            </a:pPr>
            <a:r>
              <a:rPr lang="en-IN" dirty="0"/>
              <a:t>Helps in partition pruning</a:t>
            </a:r>
          </a:p>
          <a:p>
            <a:pPr>
              <a:lnSpc>
                <a:spcPct val="100000"/>
              </a:lnSpc>
            </a:pPr>
            <a:r>
              <a:rPr lang="en-IN" dirty="0"/>
              <a:t>Reduces scan cost</a:t>
            </a:r>
            <a:endParaRPr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/>
              <a:t>Logging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Partition by: year/month/day</a:t>
            </a:r>
          </a:p>
          <a:p>
            <a:pPr>
              <a:lnSpc>
                <a:spcPct val="100000"/>
              </a:lnSpc>
            </a:pPr>
            <a:r>
              <a:rPr lang="en-IN" dirty="0"/>
              <a:t>Improves query performance</a:t>
            </a:r>
          </a:p>
          <a:p>
            <a:pPr>
              <a:lnSpc>
                <a:spcPct val="100000"/>
              </a:lnSpc>
            </a:pPr>
            <a:r>
              <a:rPr lang="en-IN" dirty="0"/>
              <a:t>Reduces scan cost</a:t>
            </a:r>
            <a:endParaRPr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FE113-D627-C4B7-70F1-545EF76D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2AE45B1-5405-DEFC-8692-223BEAE05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Handling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BDA2A1-0B9D-CDCA-248A-412DF35E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Try-catch in ingestion</a:t>
            </a:r>
          </a:p>
          <a:p>
            <a:pPr>
              <a:lnSpc>
                <a:spcPct val="100000"/>
              </a:lnSpc>
            </a:pPr>
            <a:r>
              <a:rPr lang="en-IN" dirty="0"/>
              <a:t>Glue job retries</a:t>
            </a:r>
          </a:p>
          <a:p>
            <a:pPr>
              <a:lnSpc>
                <a:spcPct val="100000"/>
              </a:lnSpc>
            </a:pPr>
            <a:r>
              <a:rPr lang="en-IN" dirty="0"/>
              <a:t>Logging for failures</a:t>
            </a:r>
          </a:p>
        </p:txBody>
      </p:sp>
    </p:spTree>
    <p:extLst>
      <p:ext uri="{BB962C8B-B14F-4D97-AF65-F5344CB8AC3E}">
        <p14:creationId xmlns:p14="http://schemas.microsoft.com/office/powerpoint/2010/main" val="3675024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Incremental processing</a:t>
            </a:r>
          </a:p>
          <a:p>
            <a:pPr>
              <a:lnSpc>
                <a:spcPct val="100000"/>
              </a:lnSpc>
            </a:pPr>
            <a:r>
              <a:rPr lang="en-IN" dirty="0"/>
              <a:t>Streaming ingestion (Kafka/Kinesis)</a:t>
            </a:r>
          </a:p>
          <a:p>
            <a:pPr>
              <a:lnSpc>
                <a:spcPct val="100000"/>
              </a:lnSpc>
            </a:pPr>
            <a:r>
              <a:rPr lang="en-IN" dirty="0"/>
              <a:t>Delta file format</a:t>
            </a:r>
          </a:p>
          <a:p>
            <a:pPr>
              <a:lnSpc>
                <a:spcPct val="100000"/>
              </a:lnSpc>
            </a:pPr>
            <a:r>
              <a:rPr lang="en-IN" dirty="0"/>
              <a:t>Orchestration (Step Functions/Airflow)</a:t>
            </a:r>
          </a:p>
          <a:p>
            <a:pPr>
              <a:lnSpc>
                <a:spcPct val="100000"/>
              </a:lnSpc>
            </a:pPr>
            <a:r>
              <a:rPr lang="en-IN" dirty="0"/>
              <a:t>CI/CD pipelines</a:t>
            </a:r>
          </a:p>
          <a:p>
            <a:pPr>
              <a:lnSpc>
                <a:spcPct val="100000"/>
              </a:lnSpc>
            </a:pPr>
            <a:r>
              <a:rPr lang="en-IN" dirty="0"/>
              <a:t>Data quality checks</a:t>
            </a:r>
            <a:endParaRPr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End-to-end pipeline implemented</a:t>
            </a:r>
          </a:p>
          <a:p>
            <a:pPr>
              <a:lnSpc>
                <a:spcPct val="100000"/>
              </a:lnSpc>
            </a:pPr>
            <a:r>
              <a:rPr lang="en-IN" dirty="0"/>
              <a:t>Scalable &amp; modular</a:t>
            </a:r>
          </a:p>
          <a:p>
            <a:pPr>
              <a:lnSpc>
                <a:spcPct val="100000"/>
              </a:lnSpc>
            </a:pPr>
            <a:r>
              <a:rPr lang="en-IN" dirty="0"/>
              <a:t>Ready for analytics</a:t>
            </a:r>
            <a:endParaRPr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BA1A-CB30-DA95-ECE8-703113FFE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136" y="2379224"/>
            <a:ext cx="8225204" cy="1900946"/>
          </a:xfrm>
        </p:spPr>
        <p:txBody>
          <a:bodyPr/>
          <a:lstStyle/>
          <a:p>
            <a:r>
              <a:rPr lang="en-IN" b="1" dirty="0">
                <a:latin typeface="Adobe Caslon Pro Bold" panose="0205070206050A0204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2286907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73</TotalTime>
  <Words>293</Words>
  <Application>Microsoft Office PowerPoint</Application>
  <PresentationFormat>On-screen Show (4:3)</PresentationFormat>
  <Paragraphs>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Adobe Caslon Pro Bold</vt:lpstr>
      <vt:lpstr>Arial</vt:lpstr>
      <vt:lpstr>Tw Cen MT</vt:lpstr>
      <vt:lpstr>Droplet</vt:lpstr>
      <vt:lpstr>End-to-End Data Engineering Pipeline (AWS)</vt:lpstr>
      <vt:lpstr>Problem Statement</vt:lpstr>
      <vt:lpstr>Architecture Overview</vt:lpstr>
      <vt:lpstr>Tech Stack</vt:lpstr>
      <vt:lpstr>Ingestion Design</vt:lpstr>
      <vt:lpstr>Raw Layer</vt:lpstr>
      <vt:lpstr>Glue Crawler &amp; Catalog</vt:lpstr>
      <vt:lpstr>Transformation (Staging)</vt:lpstr>
      <vt:lpstr>Why Parquet?</vt:lpstr>
      <vt:lpstr>Curated Layer</vt:lpstr>
      <vt:lpstr>Partition Strategy</vt:lpstr>
      <vt:lpstr>Logging &amp; Monitoring</vt:lpstr>
      <vt:lpstr>Error Handling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jayashri patil</cp:lastModifiedBy>
  <cp:revision>1</cp:revision>
  <dcterms:created xsi:type="dcterms:W3CDTF">2013-01-27T09:14:16Z</dcterms:created>
  <dcterms:modified xsi:type="dcterms:W3CDTF">2026-03-20T07:30:56Z</dcterms:modified>
  <cp:category/>
</cp:coreProperties>
</file>